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İşletmenizin verisini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kâra çeviren akıllı asistan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SambaPOS verinizi otomatik okur · kâr önerileri verir · kaçakları yakalar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0" y="4937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306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232553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İşletme sahibi veriye boğuluyor,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karara aç kalıyor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23255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SambaPOS'ta kilitli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0358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adisyon sisteminde kalıyor, anlamlı bilgiye dönüşmüyor.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23255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nerede sızıyor belirsiz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1788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ürün kâr getiriyor, hangisi zarar — net değil.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23255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fark edilmiyor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53218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 iptal, iskonto ve iade gözden kaçıyor.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Dinamik Tech ne yapar?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veri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SambaPOS'tan 30 dakikada bir arka planda veri çeker. Eklenti gibi sessiz çalışır.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temel rapor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Satış, ürün ve saat raporları. Gün sonunda net özet.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önerileri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marjlı ürün, kâr lokomotifi, çapraz satış — somut aksiyon.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uyarısı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Kasiyer bazlı anormal iptal/iskonto ve yüksek iade istatistikle yakalanır.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4069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asistan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soru sor, sistem verisine göre cevap 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4069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068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panel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Türkçe/İngilizce, telefonda da net. Her yerden eriş.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232553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çalışır?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2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5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SambaPOS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Kasiyer satışı girer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(adisyon, ödeme, iade)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35808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2553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2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5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çekimi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Masaüstü ajan /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dk'da bir okur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70448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2553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2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5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+ öneri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tespiti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05088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2553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052560" y="23774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2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811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5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811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&amp; 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8116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sahibi görür,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sorar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Panelden örnek görünüm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₺906.000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günlük ciro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6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%62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marjı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2.381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adisyon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5256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5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05256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uyarısı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D306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uyarısı (gerçek veri örneği)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"Can" kasiyerinde iptal+iskonto oranı %14,5 (işletme ortalaması %6,6). Toplam 19.760 TL. Bu fark kasten yapılmış olabilir; kayıtları incele.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DİNAMİK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27632" y="274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Küçük ama gerçek kullanılan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MVP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örnek veriyle çalışır · gerçek SambaPOS'a tek satırla geçer · telefondan deploy edilir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Dinamik Tech — MVP</dc:title>
  <dc:subject>PptxGenJS Presentation</dc:subject>
  <dc:creator>Dinamik Tech</dc:creator>
  <cp:lastModifiedBy>Dinamik Tech</cp:lastModifiedBy>
  <cp:revision>1</cp:revision>
  <dcterms:created xsi:type="dcterms:W3CDTF">2026-06-07T17:58:39Z</dcterms:created>
  <dcterms:modified xsi:type="dcterms:W3CDTF">2026-06-07T17:58:39Z</dcterms:modified>
</cp:coreProperties>
</file>